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342900"/>
            <a:ext cx="1097252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Page 1 需求阶段：安全门限与权限管控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34439"/>
            <a:ext cx="5242428" cy="5143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433" y="1388744"/>
            <a:ext cx="5032731" cy="617219"/>
          </a:xfrm>
          <a:prstGeom prst="round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4433" y="1388744"/>
            <a:ext cx="5032731" cy="61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【能力域：设立安全门限要求】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3301" y="2263139"/>
            <a:ext cx="3386590" cy="128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333333"/>
                </a:solidFill>
              </a:rPr>
              <a:t>全面覆盖 (通过): </a:t>
            </a:r>
            <a:r>
              <a:rPr>
                <a:solidFill>
                  <a:srgbClr val="333333"/>
                </a:solidFill>
              </a:rPr>
              <a:t>已建立针对 CA 产品的项目级合规安全门限要求。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1706" y="3806189"/>
            <a:ext cx="4718185" cy="2314575"/>
          </a:xfrm>
          <a:prstGeom prst="roundRect">
            <a:avLst/>
          </a:prstGeom>
          <a:solidFill>
            <a:srgbClr val="FCF9F9"/>
          </a:solidFill>
          <a:ln w="25400">
            <a:solidFill>
              <a:srgbClr val="9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7615" y="3921918"/>
            <a:ext cx="4246367" cy="347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990000"/>
                </a:solidFill>
              </a:rPr>
              <a:t>语言基线 (部分通过)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615" y="4384833"/>
            <a:ext cx="4246367" cy="162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现状：具备 Go、Java、C 等语言安全规范。</a:t>
            </a:r>
          </a:p>
          <a:p>
            <a:pPr/>
            <a:r>
              <a:t>AI 数智化改进：引入 AI 代码助手。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681" y="1234439"/>
            <a:ext cx="5242428" cy="5143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4529" y="1388744"/>
            <a:ext cx="5032731" cy="617219"/>
          </a:xfrm>
          <a:prstGeom prst="round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4529" y="1388744"/>
            <a:ext cx="5032731" cy="617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【能力域：项目角色及权限管控】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2978" y="2263139"/>
            <a:ext cx="325701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最小权限原则 (通过): </a:t>
            </a:r>
            <a:r>
              <a:t>Git/SVN/WIKI 由配置管理员基于工单审批管控。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